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83" r:id="rId6"/>
    <p:sldId id="260" r:id="rId7"/>
    <p:sldId id="261" r:id="rId8"/>
    <p:sldId id="285" r:id="rId9"/>
  </p:sldIdLst>
  <p:sldSz cx="12192000" cy="6858000"/>
  <p:notesSz cx="6858000" cy="9144000"/>
  <p:embeddedFontLst>
    <p:embeddedFont>
      <p:font typeface="Oi" panose="020B0604020202020204" charset="0"/>
      <p:regular r:id="rId11"/>
    </p:embeddedFont>
    <p:embeddedFont>
      <p:font typeface="Roboto" panose="020B0604020202020204" charset="0"/>
      <p:regular r:id="rId12"/>
      <p:bold r:id="rId13"/>
      <p:italic r:id="rId14"/>
      <p:boldItalic r:id="rId15"/>
    </p:embeddedFont>
    <p:embeddedFont>
      <p:font typeface="Verdana" panose="020B060403050404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gBPFrd3NbhzibbCo8GffnrGjEo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90" y="-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6276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347b329e7f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g1347b329e7f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347b329e7f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g1347b329e7f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2196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3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9" name="Google Shape;39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4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/>
        </p:nvSpPr>
        <p:spPr>
          <a:xfrm>
            <a:off x="0" y="-712232"/>
            <a:ext cx="1219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D7D7D7"/>
                </a:solidFill>
                <a:latin typeface="Oi"/>
                <a:ea typeface="Oi"/>
                <a:cs typeface="Oi"/>
                <a:sym typeface="Oi"/>
              </a:rPr>
              <a:t>www.9slide.vn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endParaRPr/>
          </a:p>
        </p:txBody>
      </p:sp>
      <p:sp>
        <p:nvSpPr>
          <p:cNvPr id="9" name="Google Shape;9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endParaRPr/>
          </a:p>
        </p:txBody>
      </p:sp>
      <p:sp>
        <p:nvSpPr>
          <p:cNvPr id="10" name="Google Shape;10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endParaRPr/>
          </a:p>
        </p:txBody>
      </p:sp>
      <p:sp>
        <p:nvSpPr>
          <p:cNvPr id="11" name="Google Shape;11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35"/>
          <p:cNvSpPr/>
          <p:nvPr/>
        </p:nvSpPr>
        <p:spPr>
          <a:xfrm>
            <a:off x="-23164800" y="-13030200"/>
            <a:ext cx="395021" cy="395021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13" name="Google Shape;13;p35"/>
          <p:cNvSpPr/>
          <p:nvPr/>
        </p:nvSpPr>
        <p:spPr>
          <a:xfrm>
            <a:off x="34961779" y="-13030200"/>
            <a:ext cx="395021" cy="395021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14" name="Google Shape;14;p35"/>
          <p:cNvSpPr/>
          <p:nvPr/>
        </p:nvSpPr>
        <p:spPr>
          <a:xfrm>
            <a:off x="34961779" y="19493179"/>
            <a:ext cx="395021" cy="395021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15" name="Google Shape;15;p35"/>
          <p:cNvSpPr/>
          <p:nvPr/>
        </p:nvSpPr>
        <p:spPr>
          <a:xfrm>
            <a:off x="-23164800" y="19493179"/>
            <a:ext cx="395021" cy="395021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i"/>
              <a:ea typeface="Oi"/>
              <a:cs typeface="Oi"/>
              <a:sym typeface="Oi"/>
            </a:endParaRPr>
          </a:p>
        </p:txBody>
      </p:sp>
      <p:grpSp>
        <p:nvGrpSpPr>
          <p:cNvPr id="16" name="Google Shape;16;p35"/>
          <p:cNvGrpSpPr/>
          <p:nvPr/>
        </p:nvGrpSpPr>
        <p:grpSpPr>
          <a:xfrm>
            <a:off x="-2202100" y="-2224223"/>
            <a:ext cx="16596200" cy="11284323"/>
            <a:chOff x="-2202100" y="-2224223"/>
            <a:chExt cx="16596200" cy="11284323"/>
          </a:xfrm>
        </p:grpSpPr>
        <p:sp>
          <p:nvSpPr>
            <p:cNvPr id="17" name="Google Shape;17;p35"/>
            <p:cNvSpPr/>
            <p:nvPr/>
          </p:nvSpPr>
          <p:spPr>
            <a:xfrm>
              <a:off x="4851540" y="8494776"/>
              <a:ext cx="2488920" cy="565324"/>
            </a:xfrm>
            <a:prstGeom prst="rect">
              <a:avLst/>
            </a:prstGeom>
            <a:noFill/>
            <a:ln w="2157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endParaRPr>
            </a:p>
          </p:txBody>
        </p:sp>
        <p:sp>
          <p:nvSpPr>
            <p:cNvPr id="18" name="Google Shape;18;p35"/>
            <p:cNvSpPr/>
            <p:nvPr/>
          </p:nvSpPr>
          <p:spPr>
            <a:xfrm>
              <a:off x="5006988" y="8647176"/>
              <a:ext cx="2178025" cy="260524"/>
            </a:xfrm>
            <a:custGeom>
              <a:avLst/>
              <a:gdLst/>
              <a:ahLst/>
              <a:cxnLst/>
              <a:rect l="l" t="t" r="r" b="b"/>
              <a:pathLst>
                <a:path w="2178025" h="260524" extrusionOk="0">
                  <a:moveTo>
                    <a:pt x="1807648" y="222182"/>
                  </a:moveTo>
                  <a:cubicBezTo>
                    <a:pt x="1814010" y="222182"/>
                    <a:pt x="1818838" y="223968"/>
                    <a:pt x="1822130" y="227540"/>
                  </a:cubicBezTo>
                  <a:cubicBezTo>
                    <a:pt x="1825423" y="231111"/>
                    <a:pt x="1827070" y="235576"/>
                    <a:pt x="1827070" y="240934"/>
                  </a:cubicBezTo>
                  <a:cubicBezTo>
                    <a:pt x="1827070" y="246069"/>
                    <a:pt x="1825423" y="250366"/>
                    <a:pt x="1822130" y="253826"/>
                  </a:cubicBezTo>
                  <a:cubicBezTo>
                    <a:pt x="1818838" y="257287"/>
                    <a:pt x="1814010" y="259017"/>
                    <a:pt x="1807648" y="259017"/>
                  </a:cubicBezTo>
                  <a:cubicBezTo>
                    <a:pt x="1801285" y="259017"/>
                    <a:pt x="1796513" y="257287"/>
                    <a:pt x="1793332" y="253826"/>
                  </a:cubicBezTo>
                  <a:cubicBezTo>
                    <a:pt x="1790151" y="250366"/>
                    <a:pt x="1788560" y="246069"/>
                    <a:pt x="1788560" y="240934"/>
                  </a:cubicBezTo>
                  <a:cubicBezTo>
                    <a:pt x="1788560" y="235576"/>
                    <a:pt x="1790151" y="231111"/>
                    <a:pt x="1793332" y="227540"/>
                  </a:cubicBezTo>
                  <a:cubicBezTo>
                    <a:pt x="1796513" y="223968"/>
                    <a:pt x="1801285" y="222182"/>
                    <a:pt x="1807648" y="222182"/>
                  </a:cubicBezTo>
                  <a:close/>
                  <a:moveTo>
                    <a:pt x="807523" y="222182"/>
                  </a:moveTo>
                  <a:cubicBezTo>
                    <a:pt x="813885" y="222182"/>
                    <a:pt x="818713" y="223968"/>
                    <a:pt x="822005" y="227540"/>
                  </a:cubicBezTo>
                  <a:cubicBezTo>
                    <a:pt x="825298" y="231111"/>
                    <a:pt x="826945" y="235576"/>
                    <a:pt x="826945" y="240934"/>
                  </a:cubicBezTo>
                  <a:cubicBezTo>
                    <a:pt x="826945" y="246069"/>
                    <a:pt x="825298" y="250366"/>
                    <a:pt x="822005" y="253826"/>
                  </a:cubicBezTo>
                  <a:cubicBezTo>
                    <a:pt x="818713" y="257287"/>
                    <a:pt x="813885" y="259017"/>
                    <a:pt x="807523" y="259017"/>
                  </a:cubicBezTo>
                  <a:cubicBezTo>
                    <a:pt x="801160" y="259017"/>
                    <a:pt x="796388" y="257287"/>
                    <a:pt x="793207" y="253826"/>
                  </a:cubicBezTo>
                  <a:cubicBezTo>
                    <a:pt x="790026" y="250366"/>
                    <a:pt x="788435" y="246069"/>
                    <a:pt x="788435" y="240934"/>
                  </a:cubicBezTo>
                  <a:cubicBezTo>
                    <a:pt x="788435" y="235576"/>
                    <a:pt x="790026" y="231111"/>
                    <a:pt x="793207" y="227540"/>
                  </a:cubicBezTo>
                  <a:cubicBezTo>
                    <a:pt x="796388" y="223968"/>
                    <a:pt x="801160" y="222182"/>
                    <a:pt x="807523" y="222182"/>
                  </a:cubicBezTo>
                  <a:close/>
                  <a:moveTo>
                    <a:pt x="1488076" y="98952"/>
                  </a:moveTo>
                  <a:cubicBezTo>
                    <a:pt x="1472896" y="98952"/>
                    <a:pt x="1461064" y="104812"/>
                    <a:pt x="1452581" y="116532"/>
                  </a:cubicBezTo>
                  <a:cubicBezTo>
                    <a:pt x="1444098" y="128253"/>
                    <a:pt x="1439856" y="145610"/>
                    <a:pt x="1439856" y="168604"/>
                  </a:cubicBezTo>
                  <a:cubicBezTo>
                    <a:pt x="1439856" y="189142"/>
                    <a:pt x="1444098" y="205215"/>
                    <a:pt x="1452581" y="216824"/>
                  </a:cubicBezTo>
                  <a:cubicBezTo>
                    <a:pt x="1461064" y="228433"/>
                    <a:pt x="1472784" y="234237"/>
                    <a:pt x="1487741" y="234237"/>
                  </a:cubicBezTo>
                  <a:cubicBezTo>
                    <a:pt x="1507387" y="234237"/>
                    <a:pt x="1521730" y="225419"/>
                    <a:pt x="1530771" y="207783"/>
                  </a:cubicBezTo>
                  <a:lnTo>
                    <a:pt x="1530771" y="124569"/>
                  </a:lnTo>
                  <a:cubicBezTo>
                    <a:pt x="1521507" y="107491"/>
                    <a:pt x="1507275" y="98952"/>
                    <a:pt x="1488076" y="98952"/>
                  </a:cubicBezTo>
                  <a:close/>
                  <a:moveTo>
                    <a:pt x="1678241" y="98115"/>
                  </a:moveTo>
                  <a:cubicBezTo>
                    <a:pt x="1665740" y="98115"/>
                    <a:pt x="1655248" y="102663"/>
                    <a:pt x="1646764" y="111761"/>
                  </a:cubicBezTo>
                  <a:cubicBezTo>
                    <a:pt x="1638281" y="120858"/>
                    <a:pt x="1633035" y="133610"/>
                    <a:pt x="1631026" y="150019"/>
                  </a:cubicBezTo>
                  <a:lnTo>
                    <a:pt x="1721774" y="150019"/>
                  </a:lnTo>
                  <a:lnTo>
                    <a:pt x="1721774" y="147675"/>
                  </a:lnTo>
                  <a:cubicBezTo>
                    <a:pt x="1720881" y="131936"/>
                    <a:pt x="1716639" y="119742"/>
                    <a:pt x="1709049" y="111091"/>
                  </a:cubicBezTo>
                  <a:cubicBezTo>
                    <a:pt x="1701459" y="102440"/>
                    <a:pt x="1691190" y="98115"/>
                    <a:pt x="1678241" y="98115"/>
                  </a:cubicBezTo>
                  <a:close/>
                  <a:moveTo>
                    <a:pt x="1855700" y="76014"/>
                  </a:moveTo>
                  <a:lnTo>
                    <a:pt x="1887345" y="76014"/>
                  </a:lnTo>
                  <a:lnTo>
                    <a:pt x="1933389" y="215150"/>
                  </a:lnTo>
                  <a:lnTo>
                    <a:pt x="1978260" y="76014"/>
                  </a:lnTo>
                  <a:lnTo>
                    <a:pt x="2009905" y="76014"/>
                  </a:lnTo>
                  <a:lnTo>
                    <a:pt x="1944941" y="257175"/>
                  </a:lnTo>
                  <a:lnTo>
                    <a:pt x="1921334" y="257175"/>
                  </a:lnTo>
                  <a:close/>
                  <a:moveTo>
                    <a:pt x="1333370" y="76014"/>
                  </a:moveTo>
                  <a:lnTo>
                    <a:pt x="1364344" y="76014"/>
                  </a:lnTo>
                  <a:lnTo>
                    <a:pt x="1364344" y="257175"/>
                  </a:lnTo>
                  <a:lnTo>
                    <a:pt x="1333370" y="257175"/>
                  </a:lnTo>
                  <a:close/>
                  <a:moveTo>
                    <a:pt x="514350" y="76014"/>
                  </a:moveTo>
                  <a:lnTo>
                    <a:pt x="545157" y="76014"/>
                  </a:lnTo>
                  <a:lnTo>
                    <a:pt x="580820" y="211634"/>
                  </a:lnTo>
                  <a:lnTo>
                    <a:pt x="623013" y="76014"/>
                  </a:lnTo>
                  <a:lnTo>
                    <a:pt x="647960" y="76014"/>
                  </a:lnTo>
                  <a:lnTo>
                    <a:pt x="690990" y="214480"/>
                  </a:lnTo>
                  <a:lnTo>
                    <a:pt x="725816" y="76014"/>
                  </a:lnTo>
                  <a:lnTo>
                    <a:pt x="756791" y="76014"/>
                  </a:lnTo>
                  <a:lnTo>
                    <a:pt x="704050" y="257175"/>
                  </a:lnTo>
                  <a:lnTo>
                    <a:pt x="678935" y="257175"/>
                  </a:lnTo>
                  <a:lnTo>
                    <a:pt x="634901" y="119881"/>
                  </a:lnTo>
                  <a:lnTo>
                    <a:pt x="592038" y="257175"/>
                  </a:lnTo>
                  <a:lnTo>
                    <a:pt x="566923" y="257175"/>
                  </a:lnTo>
                  <a:close/>
                  <a:moveTo>
                    <a:pt x="257175" y="76014"/>
                  </a:moveTo>
                  <a:lnTo>
                    <a:pt x="287982" y="76014"/>
                  </a:lnTo>
                  <a:lnTo>
                    <a:pt x="323645" y="211634"/>
                  </a:lnTo>
                  <a:lnTo>
                    <a:pt x="365838" y="76014"/>
                  </a:lnTo>
                  <a:lnTo>
                    <a:pt x="390785" y="76014"/>
                  </a:lnTo>
                  <a:lnTo>
                    <a:pt x="433815" y="214480"/>
                  </a:lnTo>
                  <a:lnTo>
                    <a:pt x="468641" y="76014"/>
                  </a:lnTo>
                  <a:lnTo>
                    <a:pt x="499616" y="76014"/>
                  </a:lnTo>
                  <a:lnTo>
                    <a:pt x="446875" y="257175"/>
                  </a:lnTo>
                  <a:lnTo>
                    <a:pt x="421760" y="257175"/>
                  </a:lnTo>
                  <a:lnTo>
                    <a:pt x="377726" y="119881"/>
                  </a:lnTo>
                  <a:lnTo>
                    <a:pt x="334863" y="257175"/>
                  </a:lnTo>
                  <a:lnTo>
                    <a:pt x="309748" y="257175"/>
                  </a:lnTo>
                  <a:close/>
                  <a:moveTo>
                    <a:pt x="0" y="76014"/>
                  </a:moveTo>
                  <a:lnTo>
                    <a:pt x="30807" y="76014"/>
                  </a:lnTo>
                  <a:lnTo>
                    <a:pt x="66470" y="211634"/>
                  </a:lnTo>
                  <a:lnTo>
                    <a:pt x="108663" y="76014"/>
                  </a:lnTo>
                  <a:lnTo>
                    <a:pt x="133610" y="76014"/>
                  </a:lnTo>
                  <a:lnTo>
                    <a:pt x="176640" y="214480"/>
                  </a:lnTo>
                  <a:lnTo>
                    <a:pt x="211466" y="76014"/>
                  </a:lnTo>
                  <a:lnTo>
                    <a:pt x="242441" y="76014"/>
                  </a:lnTo>
                  <a:lnTo>
                    <a:pt x="189700" y="257175"/>
                  </a:lnTo>
                  <a:lnTo>
                    <a:pt x="164585" y="257175"/>
                  </a:lnTo>
                  <a:lnTo>
                    <a:pt x="120551" y="119881"/>
                  </a:lnTo>
                  <a:lnTo>
                    <a:pt x="77688" y="257175"/>
                  </a:lnTo>
                  <a:lnTo>
                    <a:pt x="52573" y="257175"/>
                  </a:lnTo>
                  <a:close/>
                  <a:moveTo>
                    <a:pt x="2120094" y="72666"/>
                  </a:moveTo>
                  <a:cubicBezTo>
                    <a:pt x="2158380" y="72666"/>
                    <a:pt x="2177690" y="94264"/>
                    <a:pt x="2178025" y="137461"/>
                  </a:cubicBezTo>
                  <a:lnTo>
                    <a:pt x="2178025" y="257175"/>
                  </a:lnTo>
                  <a:lnTo>
                    <a:pt x="2147050" y="257175"/>
                  </a:lnTo>
                  <a:lnTo>
                    <a:pt x="2147050" y="137294"/>
                  </a:lnTo>
                  <a:cubicBezTo>
                    <a:pt x="2146938" y="124234"/>
                    <a:pt x="2143953" y="114579"/>
                    <a:pt x="2138092" y="108328"/>
                  </a:cubicBezTo>
                  <a:cubicBezTo>
                    <a:pt x="2132232" y="102077"/>
                    <a:pt x="2123107" y="98952"/>
                    <a:pt x="2110717" y="98952"/>
                  </a:cubicBezTo>
                  <a:cubicBezTo>
                    <a:pt x="2100671" y="98952"/>
                    <a:pt x="2091853" y="101631"/>
                    <a:pt x="2084263" y="106989"/>
                  </a:cubicBezTo>
                  <a:cubicBezTo>
                    <a:pt x="2076673" y="112347"/>
                    <a:pt x="2070757" y="119379"/>
                    <a:pt x="2066515" y="128085"/>
                  </a:cubicBezTo>
                  <a:lnTo>
                    <a:pt x="2066515" y="257175"/>
                  </a:lnTo>
                  <a:lnTo>
                    <a:pt x="2035541" y="257175"/>
                  </a:lnTo>
                  <a:lnTo>
                    <a:pt x="2035541" y="76014"/>
                  </a:lnTo>
                  <a:lnTo>
                    <a:pt x="2064841" y="76014"/>
                  </a:lnTo>
                  <a:lnTo>
                    <a:pt x="2065846" y="98785"/>
                  </a:lnTo>
                  <a:cubicBezTo>
                    <a:pt x="2079687" y="81372"/>
                    <a:pt x="2097769" y="72666"/>
                    <a:pt x="2120094" y="72666"/>
                  </a:cubicBezTo>
                  <a:close/>
                  <a:moveTo>
                    <a:pt x="1678241" y="72666"/>
                  </a:moveTo>
                  <a:cubicBezTo>
                    <a:pt x="1701794" y="72666"/>
                    <a:pt x="1720099" y="80423"/>
                    <a:pt x="1733159" y="95938"/>
                  </a:cubicBezTo>
                  <a:cubicBezTo>
                    <a:pt x="1746219" y="111454"/>
                    <a:pt x="1752749" y="133666"/>
                    <a:pt x="1752749" y="162576"/>
                  </a:cubicBezTo>
                  <a:lnTo>
                    <a:pt x="1752749" y="175468"/>
                  </a:lnTo>
                  <a:lnTo>
                    <a:pt x="1630021" y="175468"/>
                  </a:lnTo>
                  <a:cubicBezTo>
                    <a:pt x="1630468" y="193328"/>
                    <a:pt x="1635686" y="207755"/>
                    <a:pt x="1645676" y="218749"/>
                  </a:cubicBezTo>
                  <a:cubicBezTo>
                    <a:pt x="1655666" y="229744"/>
                    <a:pt x="1668363" y="235241"/>
                    <a:pt x="1683767" y="235241"/>
                  </a:cubicBezTo>
                  <a:cubicBezTo>
                    <a:pt x="1694706" y="235241"/>
                    <a:pt x="1703970" y="233009"/>
                    <a:pt x="1711560" y="228544"/>
                  </a:cubicBezTo>
                  <a:cubicBezTo>
                    <a:pt x="1719151" y="224079"/>
                    <a:pt x="1725792" y="218163"/>
                    <a:pt x="1731485" y="210796"/>
                  </a:cubicBezTo>
                  <a:lnTo>
                    <a:pt x="1750405" y="225530"/>
                  </a:lnTo>
                  <a:cubicBezTo>
                    <a:pt x="1735224" y="248859"/>
                    <a:pt x="1712453" y="260524"/>
                    <a:pt x="1682092" y="260524"/>
                  </a:cubicBezTo>
                  <a:cubicBezTo>
                    <a:pt x="1657536" y="260524"/>
                    <a:pt x="1637556" y="252459"/>
                    <a:pt x="1622152" y="236330"/>
                  </a:cubicBezTo>
                  <a:cubicBezTo>
                    <a:pt x="1606748" y="220201"/>
                    <a:pt x="1599046" y="198630"/>
                    <a:pt x="1599046" y="171617"/>
                  </a:cubicBezTo>
                  <a:lnTo>
                    <a:pt x="1599046" y="165925"/>
                  </a:lnTo>
                  <a:cubicBezTo>
                    <a:pt x="1599046" y="147954"/>
                    <a:pt x="1602479" y="131908"/>
                    <a:pt x="1609343" y="117788"/>
                  </a:cubicBezTo>
                  <a:cubicBezTo>
                    <a:pt x="1616208" y="103668"/>
                    <a:pt x="1625807" y="92618"/>
                    <a:pt x="1638142" y="84637"/>
                  </a:cubicBezTo>
                  <a:cubicBezTo>
                    <a:pt x="1650476" y="76656"/>
                    <a:pt x="1663842" y="72666"/>
                    <a:pt x="1678241" y="72666"/>
                  </a:cubicBezTo>
                  <a:close/>
                  <a:moveTo>
                    <a:pt x="1129624" y="72666"/>
                  </a:moveTo>
                  <a:cubicBezTo>
                    <a:pt x="1150162" y="72666"/>
                    <a:pt x="1166822" y="77968"/>
                    <a:pt x="1179602" y="88572"/>
                  </a:cubicBezTo>
                  <a:cubicBezTo>
                    <a:pt x="1192383" y="99175"/>
                    <a:pt x="1198773" y="112737"/>
                    <a:pt x="1198773" y="129257"/>
                  </a:cubicBezTo>
                  <a:lnTo>
                    <a:pt x="1167631" y="129257"/>
                  </a:lnTo>
                  <a:cubicBezTo>
                    <a:pt x="1167631" y="120774"/>
                    <a:pt x="1164031" y="113463"/>
                    <a:pt x="1156831" y="107324"/>
                  </a:cubicBezTo>
                  <a:cubicBezTo>
                    <a:pt x="1149632" y="101185"/>
                    <a:pt x="1140563" y="98115"/>
                    <a:pt x="1129624" y="98115"/>
                  </a:cubicBezTo>
                  <a:cubicBezTo>
                    <a:pt x="1118350" y="98115"/>
                    <a:pt x="1109532" y="100571"/>
                    <a:pt x="1103170" y="105482"/>
                  </a:cubicBezTo>
                  <a:cubicBezTo>
                    <a:pt x="1096807" y="110393"/>
                    <a:pt x="1093626" y="116811"/>
                    <a:pt x="1093626" y="124737"/>
                  </a:cubicBezTo>
                  <a:cubicBezTo>
                    <a:pt x="1093626" y="132215"/>
                    <a:pt x="1096584" y="137852"/>
                    <a:pt x="1102500" y="141647"/>
                  </a:cubicBezTo>
                  <a:cubicBezTo>
                    <a:pt x="1108416" y="145442"/>
                    <a:pt x="1119104" y="149070"/>
                    <a:pt x="1134563" y="152530"/>
                  </a:cubicBezTo>
                  <a:cubicBezTo>
                    <a:pt x="1150023" y="155990"/>
                    <a:pt x="1162552" y="160120"/>
                    <a:pt x="1172151" y="164920"/>
                  </a:cubicBezTo>
                  <a:cubicBezTo>
                    <a:pt x="1181751" y="169720"/>
                    <a:pt x="1188867" y="175496"/>
                    <a:pt x="1193499" y="182249"/>
                  </a:cubicBezTo>
                  <a:cubicBezTo>
                    <a:pt x="1198131" y="189002"/>
                    <a:pt x="1200447" y="197234"/>
                    <a:pt x="1200447" y="206945"/>
                  </a:cubicBezTo>
                  <a:cubicBezTo>
                    <a:pt x="1200447" y="223131"/>
                    <a:pt x="1193973" y="236107"/>
                    <a:pt x="1181025" y="245873"/>
                  </a:cubicBezTo>
                  <a:cubicBezTo>
                    <a:pt x="1168077" y="255640"/>
                    <a:pt x="1151278" y="260524"/>
                    <a:pt x="1130628" y="260524"/>
                  </a:cubicBezTo>
                  <a:cubicBezTo>
                    <a:pt x="1116118" y="260524"/>
                    <a:pt x="1103281" y="257956"/>
                    <a:pt x="1092119" y="252822"/>
                  </a:cubicBezTo>
                  <a:cubicBezTo>
                    <a:pt x="1080957" y="247687"/>
                    <a:pt x="1072223" y="240516"/>
                    <a:pt x="1065916" y="231307"/>
                  </a:cubicBezTo>
                  <a:cubicBezTo>
                    <a:pt x="1059610" y="222098"/>
                    <a:pt x="1056456" y="212136"/>
                    <a:pt x="1056456" y="201420"/>
                  </a:cubicBezTo>
                  <a:lnTo>
                    <a:pt x="1087431" y="201420"/>
                  </a:lnTo>
                  <a:cubicBezTo>
                    <a:pt x="1087989" y="211801"/>
                    <a:pt x="1092147" y="220033"/>
                    <a:pt x="1099905" y="226116"/>
                  </a:cubicBezTo>
                  <a:cubicBezTo>
                    <a:pt x="1107662" y="232200"/>
                    <a:pt x="1117904" y="235241"/>
                    <a:pt x="1130628" y="235241"/>
                  </a:cubicBezTo>
                  <a:cubicBezTo>
                    <a:pt x="1142349" y="235241"/>
                    <a:pt x="1151753" y="232869"/>
                    <a:pt x="1158841" y="228126"/>
                  </a:cubicBezTo>
                  <a:cubicBezTo>
                    <a:pt x="1165929" y="223382"/>
                    <a:pt x="1169473" y="217047"/>
                    <a:pt x="1169473" y="209122"/>
                  </a:cubicBezTo>
                  <a:cubicBezTo>
                    <a:pt x="1169473" y="200751"/>
                    <a:pt x="1166319" y="194249"/>
                    <a:pt x="1160013" y="189616"/>
                  </a:cubicBezTo>
                  <a:cubicBezTo>
                    <a:pt x="1153706" y="184984"/>
                    <a:pt x="1142711" y="180994"/>
                    <a:pt x="1127029" y="177645"/>
                  </a:cubicBezTo>
                  <a:cubicBezTo>
                    <a:pt x="1111346" y="174296"/>
                    <a:pt x="1098900" y="170278"/>
                    <a:pt x="1089691" y="165590"/>
                  </a:cubicBezTo>
                  <a:cubicBezTo>
                    <a:pt x="1080483" y="160902"/>
                    <a:pt x="1073674" y="155321"/>
                    <a:pt x="1069265" y="148847"/>
                  </a:cubicBezTo>
                  <a:cubicBezTo>
                    <a:pt x="1064856" y="142373"/>
                    <a:pt x="1062651" y="134671"/>
                    <a:pt x="1062651" y="125741"/>
                  </a:cubicBezTo>
                  <a:cubicBezTo>
                    <a:pt x="1062651" y="110896"/>
                    <a:pt x="1068930" y="98338"/>
                    <a:pt x="1081487" y="88069"/>
                  </a:cubicBezTo>
                  <a:cubicBezTo>
                    <a:pt x="1094045" y="77800"/>
                    <a:pt x="1110090" y="72666"/>
                    <a:pt x="1129624" y="72666"/>
                  </a:cubicBezTo>
                  <a:close/>
                  <a:moveTo>
                    <a:pt x="942472" y="35831"/>
                  </a:moveTo>
                  <a:cubicBezTo>
                    <a:pt x="928855" y="35831"/>
                    <a:pt x="917916" y="41049"/>
                    <a:pt x="909656" y="51485"/>
                  </a:cubicBezTo>
                  <a:cubicBezTo>
                    <a:pt x="901396" y="61922"/>
                    <a:pt x="897266" y="75679"/>
                    <a:pt x="897266" y="92757"/>
                  </a:cubicBezTo>
                  <a:cubicBezTo>
                    <a:pt x="897266" y="109389"/>
                    <a:pt x="901256" y="123090"/>
                    <a:pt x="909237" y="133862"/>
                  </a:cubicBezTo>
                  <a:cubicBezTo>
                    <a:pt x="917218" y="144633"/>
                    <a:pt x="927906" y="150019"/>
                    <a:pt x="941300" y="150019"/>
                  </a:cubicBezTo>
                  <a:cubicBezTo>
                    <a:pt x="951681" y="150019"/>
                    <a:pt x="961253" y="146838"/>
                    <a:pt x="970015" y="140475"/>
                  </a:cubicBezTo>
                  <a:cubicBezTo>
                    <a:pt x="978777" y="134113"/>
                    <a:pt x="985168" y="126243"/>
                    <a:pt x="989186" y="116867"/>
                  </a:cubicBezTo>
                  <a:lnTo>
                    <a:pt x="989186" y="104477"/>
                  </a:lnTo>
                  <a:cubicBezTo>
                    <a:pt x="989186" y="84163"/>
                    <a:pt x="984777" y="67643"/>
                    <a:pt x="975959" y="54918"/>
                  </a:cubicBezTo>
                  <a:cubicBezTo>
                    <a:pt x="967141" y="42193"/>
                    <a:pt x="955979" y="35831"/>
                    <a:pt x="942472" y="35831"/>
                  </a:cubicBezTo>
                  <a:close/>
                  <a:moveTo>
                    <a:pt x="1349108" y="10046"/>
                  </a:moveTo>
                  <a:cubicBezTo>
                    <a:pt x="1355136" y="10046"/>
                    <a:pt x="1359712" y="11776"/>
                    <a:pt x="1362837" y="15237"/>
                  </a:cubicBezTo>
                  <a:cubicBezTo>
                    <a:pt x="1365963" y="18697"/>
                    <a:pt x="1367526" y="22938"/>
                    <a:pt x="1367526" y="27961"/>
                  </a:cubicBezTo>
                  <a:cubicBezTo>
                    <a:pt x="1367526" y="32984"/>
                    <a:pt x="1365963" y="37170"/>
                    <a:pt x="1362837" y="40519"/>
                  </a:cubicBezTo>
                  <a:cubicBezTo>
                    <a:pt x="1359712" y="43867"/>
                    <a:pt x="1355136" y="45542"/>
                    <a:pt x="1349108" y="45542"/>
                  </a:cubicBezTo>
                  <a:cubicBezTo>
                    <a:pt x="1343081" y="45542"/>
                    <a:pt x="1338532" y="43867"/>
                    <a:pt x="1335462" y="40519"/>
                  </a:cubicBezTo>
                  <a:cubicBezTo>
                    <a:pt x="1332393" y="37170"/>
                    <a:pt x="1330858" y="32984"/>
                    <a:pt x="1330858" y="27961"/>
                  </a:cubicBezTo>
                  <a:cubicBezTo>
                    <a:pt x="1330858" y="22938"/>
                    <a:pt x="1332393" y="18697"/>
                    <a:pt x="1335462" y="15237"/>
                  </a:cubicBezTo>
                  <a:cubicBezTo>
                    <a:pt x="1338532" y="11776"/>
                    <a:pt x="1343081" y="10046"/>
                    <a:pt x="1349108" y="10046"/>
                  </a:cubicBezTo>
                  <a:close/>
                  <a:moveTo>
                    <a:pt x="942305" y="10046"/>
                  </a:moveTo>
                  <a:cubicBezTo>
                    <a:pt x="966415" y="10046"/>
                    <a:pt x="985419" y="19060"/>
                    <a:pt x="999316" y="37086"/>
                  </a:cubicBezTo>
                  <a:cubicBezTo>
                    <a:pt x="1013212" y="55113"/>
                    <a:pt x="1020161" y="79698"/>
                    <a:pt x="1020161" y="110840"/>
                  </a:cubicBezTo>
                  <a:lnTo>
                    <a:pt x="1020161" y="119881"/>
                  </a:lnTo>
                  <a:cubicBezTo>
                    <a:pt x="1020161" y="167320"/>
                    <a:pt x="1010785" y="201950"/>
                    <a:pt x="992032" y="223772"/>
                  </a:cubicBezTo>
                  <a:cubicBezTo>
                    <a:pt x="973280" y="245594"/>
                    <a:pt x="944984" y="256784"/>
                    <a:pt x="907144" y="257342"/>
                  </a:cubicBezTo>
                  <a:lnTo>
                    <a:pt x="901117" y="257342"/>
                  </a:lnTo>
                  <a:lnTo>
                    <a:pt x="901117" y="231056"/>
                  </a:lnTo>
                  <a:lnTo>
                    <a:pt x="907647" y="231056"/>
                  </a:lnTo>
                  <a:cubicBezTo>
                    <a:pt x="933208" y="230611"/>
                    <a:pt x="952853" y="223956"/>
                    <a:pt x="966583" y="211089"/>
                  </a:cubicBezTo>
                  <a:cubicBezTo>
                    <a:pt x="980312" y="198223"/>
                    <a:pt x="987791" y="177866"/>
                    <a:pt x="989018" y="150019"/>
                  </a:cubicBezTo>
                  <a:cubicBezTo>
                    <a:pt x="982545" y="157721"/>
                    <a:pt x="974815" y="163916"/>
                    <a:pt x="965829" y="168604"/>
                  </a:cubicBezTo>
                  <a:cubicBezTo>
                    <a:pt x="956844" y="173292"/>
                    <a:pt x="946993" y="175636"/>
                    <a:pt x="936278" y="175636"/>
                  </a:cubicBezTo>
                  <a:cubicBezTo>
                    <a:pt x="922213" y="175636"/>
                    <a:pt x="909963" y="172176"/>
                    <a:pt x="899526" y="165255"/>
                  </a:cubicBezTo>
                  <a:cubicBezTo>
                    <a:pt x="889090" y="158335"/>
                    <a:pt x="881025" y="148596"/>
                    <a:pt x="875332" y="136038"/>
                  </a:cubicBezTo>
                  <a:cubicBezTo>
                    <a:pt x="869640" y="123481"/>
                    <a:pt x="866793" y="109612"/>
                    <a:pt x="866793" y="94431"/>
                  </a:cubicBezTo>
                  <a:cubicBezTo>
                    <a:pt x="866793" y="78135"/>
                    <a:pt x="869891" y="63457"/>
                    <a:pt x="876086" y="50397"/>
                  </a:cubicBezTo>
                  <a:cubicBezTo>
                    <a:pt x="882281" y="37338"/>
                    <a:pt x="891071" y="27347"/>
                    <a:pt x="902456" y="20427"/>
                  </a:cubicBezTo>
                  <a:cubicBezTo>
                    <a:pt x="913842" y="13506"/>
                    <a:pt x="927125" y="10046"/>
                    <a:pt x="942305" y="10046"/>
                  </a:cubicBezTo>
                  <a:close/>
                  <a:moveTo>
                    <a:pt x="1530771" y="0"/>
                  </a:moveTo>
                  <a:lnTo>
                    <a:pt x="1561746" y="0"/>
                  </a:lnTo>
                  <a:lnTo>
                    <a:pt x="1561746" y="257175"/>
                  </a:lnTo>
                  <a:lnTo>
                    <a:pt x="1533283" y="257175"/>
                  </a:lnTo>
                  <a:lnTo>
                    <a:pt x="1531776" y="237753"/>
                  </a:lnTo>
                  <a:cubicBezTo>
                    <a:pt x="1519386" y="252933"/>
                    <a:pt x="1502141" y="260524"/>
                    <a:pt x="1480040" y="260524"/>
                  </a:cubicBezTo>
                  <a:cubicBezTo>
                    <a:pt x="1459055" y="260524"/>
                    <a:pt x="1441949" y="251929"/>
                    <a:pt x="1428722" y="234739"/>
                  </a:cubicBezTo>
                  <a:cubicBezTo>
                    <a:pt x="1415495" y="217549"/>
                    <a:pt x="1408881" y="195114"/>
                    <a:pt x="1408881" y="167432"/>
                  </a:cubicBezTo>
                  <a:lnTo>
                    <a:pt x="1408881" y="165088"/>
                  </a:lnTo>
                  <a:cubicBezTo>
                    <a:pt x="1408881" y="137294"/>
                    <a:pt x="1415467" y="114942"/>
                    <a:pt x="1428638" y="98031"/>
                  </a:cubicBezTo>
                  <a:cubicBezTo>
                    <a:pt x="1441809" y="81121"/>
                    <a:pt x="1459055" y="72666"/>
                    <a:pt x="1480375" y="72666"/>
                  </a:cubicBezTo>
                  <a:cubicBezTo>
                    <a:pt x="1501583" y="72666"/>
                    <a:pt x="1518381" y="79921"/>
                    <a:pt x="1530771" y="94431"/>
                  </a:cubicBezTo>
                  <a:close/>
                  <a:moveTo>
                    <a:pt x="1247645" y="0"/>
                  </a:moveTo>
                  <a:lnTo>
                    <a:pt x="1278619" y="0"/>
                  </a:lnTo>
                  <a:lnTo>
                    <a:pt x="1278619" y="257175"/>
                  </a:lnTo>
                  <a:lnTo>
                    <a:pt x="1247645" y="257175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BFBFBF"/>
                </a:solidFill>
                <a:latin typeface="Oi"/>
                <a:ea typeface="Oi"/>
                <a:cs typeface="Oi"/>
                <a:sym typeface="Oi"/>
              </a:endParaRPr>
            </a:p>
          </p:txBody>
        </p:sp>
        <p:sp>
          <p:nvSpPr>
            <p:cNvPr id="19" name="Google Shape;19;p35"/>
            <p:cNvSpPr/>
            <p:nvPr/>
          </p:nvSpPr>
          <p:spPr>
            <a:xfrm>
              <a:off x="-2202100" y="-2224223"/>
              <a:ext cx="16596200" cy="112843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Oi"/>
                <a:ea typeface="Oi"/>
                <a:cs typeface="Oi"/>
                <a:sym typeface="O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niithanoi.edu.vn/8-loai-css-selector.html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 txBox="1"/>
          <p:nvPr/>
        </p:nvSpPr>
        <p:spPr>
          <a:xfrm>
            <a:off x="1676400" y="2595890"/>
            <a:ext cx="2895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37422"/>
                </a:solidFill>
                <a:latin typeface="Roboto"/>
                <a:ea typeface="Roboto"/>
                <a:cs typeface="Roboto"/>
                <a:sym typeface="Roboto"/>
              </a:rPr>
              <a:t>Môn học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1676400" y="2940188"/>
            <a:ext cx="407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rgbClr val="154A8D"/>
                </a:solidFill>
                <a:latin typeface="Roboto"/>
                <a:ea typeface="Roboto"/>
                <a:cs typeface="Roboto"/>
                <a:sym typeface="Roboto"/>
              </a:rPr>
              <a:t>FRONTEND</a:t>
            </a:r>
            <a:endParaRPr sz="4800" b="0" i="0" u="none" strike="noStrike" cap="none" dirty="0">
              <a:solidFill>
                <a:srgbClr val="154A8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1676400" y="5080680"/>
            <a:ext cx="2895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F37422"/>
                </a:solidFill>
                <a:latin typeface="Roboto"/>
                <a:ea typeface="Roboto"/>
                <a:cs typeface="Roboto"/>
                <a:sym typeface="Roboto"/>
              </a:rPr>
              <a:t>Giảng</a:t>
            </a:r>
            <a:r>
              <a:rPr lang="en-US" sz="1800" b="0" i="0" u="none" strike="noStrike" cap="none" dirty="0">
                <a:solidFill>
                  <a:srgbClr val="F3742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 b="0" i="0" u="none" strike="noStrike" cap="none" dirty="0" err="1">
                <a:solidFill>
                  <a:srgbClr val="F37422"/>
                </a:solidFill>
                <a:latin typeface="Roboto"/>
                <a:ea typeface="Roboto"/>
                <a:cs typeface="Roboto"/>
                <a:sym typeface="Roboto"/>
              </a:rPr>
              <a:t>viên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81850" y="914400"/>
            <a:ext cx="7445124" cy="50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"/>
          <p:cNvSpPr txBox="1"/>
          <p:nvPr/>
        </p:nvSpPr>
        <p:spPr>
          <a:xfrm>
            <a:off x="1676400" y="5424350"/>
            <a:ext cx="42153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US" sz="3100" b="0" i="0" u="none" strike="noStrike" cap="none" dirty="0" err="1">
                <a:solidFill>
                  <a:srgbClr val="154A8D"/>
                </a:solidFill>
                <a:latin typeface="Arial"/>
                <a:ea typeface="Arial"/>
                <a:cs typeface="Arial"/>
                <a:sym typeface="Arial"/>
              </a:rPr>
              <a:t>Trần</a:t>
            </a:r>
            <a:r>
              <a:rPr lang="en-US" sz="3100" b="0" i="0" u="none" strike="noStrike" cap="none" dirty="0">
                <a:solidFill>
                  <a:srgbClr val="154A8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100" b="0" i="0" u="none" strike="noStrike" cap="none" dirty="0" err="1">
                <a:solidFill>
                  <a:srgbClr val="154A8D"/>
                </a:solidFill>
                <a:latin typeface="Arial"/>
                <a:ea typeface="Arial"/>
                <a:cs typeface="Arial"/>
                <a:sym typeface="Arial"/>
              </a:rPr>
              <a:t>Mạnh</a:t>
            </a:r>
            <a:r>
              <a:rPr lang="en-US" sz="3100" b="0" i="0" u="none" strike="noStrike" cap="none" dirty="0">
                <a:solidFill>
                  <a:srgbClr val="154A8D"/>
                </a:solidFill>
                <a:latin typeface="Arial"/>
                <a:ea typeface="Arial"/>
                <a:cs typeface="Arial"/>
                <a:sym typeface="Arial"/>
              </a:rPr>
              <a:t> Chung</a:t>
            </a:r>
            <a:endParaRPr sz="3100" b="0" i="0" u="none" strike="noStrike" cap="none" dirty="0">
              <a:solidFill>
                <a:srgbClr val="154A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1603800" y="3850288"/>
            <a:ext cx="421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 err="1">
                <a:solidFill>
                  <a:srgbClr val="154A8D"/>
                </a:solidFill>
                <a:latin typeface="Arial"/>
                <a:ea typeface="Arial"/>
                <a:cs typeface="Arial"/>
                <a:sym typeface="Arial"/>
              </a:rPr>
              <a:t>Buổi</a:t>
            </a:r>
            <a:r>
              <a:rPr lang="en-US" sz="2600" b="0" i="0" u="none" strike="noStrike" cap="none" dirty="0">
                <a:solidFill>
                  <a:srgbClr val="154A8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dirty="0" smtClean="0">
                <a:solidFill>
                  <a:srgbClr val="154A8D"/>
                </a:solidFill>
              </a:rPr>
              <a:t>3</a:t>
            </a:r>
            <a:endParaRPr sz="2600" b="0" i="0" u="none" strike="noStrike" cap="none" dirty="0">
              <a:solidFill>
                <a:srgbClr val="154A8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05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"/>
          <p:cNvSpPr txBox="1"/>
          <p:nvPr/>
        </p:nvSpPr>
        <p:spPr>
          <a:xfrm>
            <a:off x="1827950" y="1231892"/>
            <a:ext cx="3981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37422"/>
                </a:solidFill>
                <a:latin typeface="Roboto"/>
                <a:ea typeface="Roboto"/>
                <a:cs typeface="Roboto"/>
                <a:sym typeface="Roboto"/>
              </a:rPr>
              <a:t>Nội dung</a:t>
            </a:r>
            <a:endParaRPr sz="3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1827950" y="2100407"/>
            <a:ext cx="5453100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4A8D"/>
              </a:buClr>
              <a:buSzPts val="1700"/>
              <a:buFont typeface="Roboto"/>
              <a:buAutoNum type="arabicPeriod"/>
            </a:pPr>
            <a:r>
              <a:rPr lang="en-GB" sz="1700" dirty="0" smtClean="0">
                <a:solidFill>
                  <a:srgbClr val="154A8D"/>
                </a:solidFill>
                <a:latin typeface="Roboto"/>
                <a:ea typeface="Roboto"/>
                <a:cs typeface="Roboto"/>
                <a:sym typeface="Roboto"/>
              </a:rPr>
              <a:t>CSS Selector</a:t>
            </a:r>
            <a:endParaRPr sz="1700" dirty="0">
              <a:solidFill>
                <a:srgbClr val="154A8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4A8D"/>
              </a:buClr>
              <a:buSzPts val="1700"/>
              <a:buFont typeface="Roboto"/>
              <a:buAutoNum type="arabicPeriod"/>
            </a:pPr>
            <a:r>
              <a:rPr lang="en-GB" sz="1700" dirty="0" smtClean="0">
                <a:solidFill>
                  <a:srgbClr val="154A8D"/>
                </a:solidFill>
                <a:latin typeface="Roboto"/>
                <a:ea typeface="Roboto"/>
                <a:cs typeface="Roboto"/>
                <a:sym typeface="Roboto"/>
              </a:rPr>
              <a:t>CSS DISPLAY</a:t>
            </a: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4A8D"/>
              </a:buClr>
              <a:buSzPts val="1700"/>
              <a:buFont typeface="Roboto"/>
              <a:buAutoNum type="arabicPeriod"/>
            </a:pPr>
            <a:r>
              <a:rPr lang="en-GB" sz="1700" dirty="0" smtClean="0">
                <a:solidFill>
                  <a:srgbClr val="154A8D"/>
                </a:solidFill>
                <a:latin typeface="Roboto"/>
                <a:ea typeface="Roboto"/>
                <a:cs typeface="Roboto"/>
                <a:sym typeface="Roboto"/>
              </a:rPr>
              <a:t>CSS POSITION</a:t>
            </a:r>
            <a:endParaRPr sz="1700" dirty="0">
              <a:solidFill>
                <a:srgbClr val="154A8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 txBox="1"/>
          <p:nvPr/>
        </p:nvSpPr>
        <p:spPr>
          <a:xfrm>
            <a:off x="3418650" y="3105750"/>
            <a:ext cx="5354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0" i="0" u="none" strike="noStrike" cap="none" dirty="0">
                <a:solidFill>
                  <a:srgbClr val="F37422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en-US" sz="4200" dirty="0" smtClean="0">
                <a:solidFill>
                  <a:srgbClr val="F37422"/>
                </a:solidFill>
                <a:latin typeface="Roboto"/>
                <a:ea typeface="Roboto"/>
                <a:cs typeface="Roboto"/>
                <a:sym typeface="Roboto"/>
              </a:rPr>
              <a:t>CSS selector</a:t>
            </a:r>
            <a:endParaRPr sz="4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 txBox="1"/>
          <p:nvPr/>
        </p:nvSpPr>
        <p:spPr>
          <a:xfrm>
            <a:off x="1827950" y="1231900"/>
            <a:ext cx="520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37422"/>
                </a:solidFill>
                <a:latin typeface="Roboto"/>
                <a:ea typeface="Roboto"/>
                <a:cs typeface="Roboto"/>
                <a:sym typeface="Roboto"/>
              </a:rPr>
              <a:t>CSS</a:t>
            </a:r>
            <a:endParaRPr sz="3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1827950" y="1843625"/>
            <a:ext cx="77973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 </a:t>
            </a:r>
            <a:r>
              <a:rPr lang="en-US" dirty="0">
                <a:hlinkClick r:id="rId5"/>
              </a:rPr>
              <a:t>CSS Selector</a:t>
            </a:r>
            <a:r>
              <a:rPr lang="en-US" dirty="0"/>
              <a:t> 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 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nhắm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HTML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CSS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CSS Selector </a:t>
            </a:r>
            <a:r>
              <a:rPr lang="en-US" dirty="0" err="1"/>
              <a:t>giống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đẫn</a:t>
            </a:r>
            <a:r>
              <a:rPr lang="en-US" dirty="0"/>
              <a:t>,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CSS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,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HTML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 txBox="1"/>
          <p:nvPr/>
        </p:nvSpPr>
        <p:spPr>
          <a:xfrm>
            <a:off x="1827950" y="1231900"/>
            <a:ext cx="520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37422"/>
                </a:solidFill>
                <a:latin typeface="Roboto"/>
                <a:ea typeface="Roboto"/>
                <a:cs typeface="Roboto"/>
                <a:sym typeface="Roboto"/>
              </a:rPr>
              <a:t>CSS</a:t>
            </a:r>
            <a:endParaRPr sz="3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216" y="1724500"/>
            <a:ext cx="8439960" cy="436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76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1347b329e7f_0_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1347b329e7f_0_1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1347b329e7f_0_100"/>
          <p:cNvSpPr txBox="1"/>
          <p:nvPr/>
        </p:nvSpPr>
        <p:spPr>
          <a:xfrm>
            <a:off x="1903615" y="1133515"/>
            <a:ext cx="5354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dirty="0">
                <a:solidFill>
                  <a:srgbClr val="F3742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4200" b="0" i="0" u="none" strike="noStrike" cap="none" dirty="0">
                <a:solidFill>
                  <a:srgbClr val="F37422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4200" dirty="0" smtClean="0">
                <a:solidFill>
                  <a:srgbClr val="F37422"/>
                </a:solidFill>
                <a:latin typeface="Roboto"/>
                <a:ea typeface="Roboto"/>
                <a:cs typeface="Roboto"/>
                <a:sym typeface="Roboto"/>
              </a:rPr>
              <a:t>CSS DISPLAY</a:t>
            </a:r>
            <a:endParaRPr sz="4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89;p4"/>
          <p:cNvSpPr txBox="1"/>
          <p:nvPr/>
        </p:nvSpPr>
        <p:spPr>
          <a:xfrm>
            <a:off x="1827950" y="1843625"/>
            <a:ext cx="7797300" cy="341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 smtClean="0"/>
              <a:t>Display: none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r>
              <a:rPr lang="en-GB" b="1" dirty="0" smtClean="0"/>
              <a:t>Display: inline</a:t>
            </a:r>
          </a:p>
          <a:p>
            <a:r>
              <a:rPr lang="en-US" dirty="0" smtClean="0"/>
              <a:t>&lt;</a:t>
            </a:r>
            <a:r>
              <a:rPr lang="en-US" dirty="0"/>
              <a:t>span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&lt;</a:t>
            </a:r>
            <a:r>
              <a:rPr lang="en-US" dirty="0"/>
              <a:t>a&gt;</a:t>
            </a:r>
          </a:p>
          <a:p>
            <a:r>
              <a:rPr lang="en-US" dirty="0" smtClean="0"/>
              <a:t>&lt;mg&gt;</a:t>
            </a:r>
            <a:endParaRPr lang="en-GB" dirty="0"/>
          </a:p>
          <a:p>
            <a:r>
              <a:rPr lang="en-GB" b="1" dirty="0" smtClean="0"/>
              <a:t>3.   Display block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smtClean="0">
                <a:latin typeface="Verdana" panose="020B0604030504040204" pitchFamily="34" charset="0"/>
              </a:rPr>
              <a:t>&lt;div</a:t>
            </a:r>
            <a:r>
              <a:rPr lang="en-US" altLang="en-US" dirty="0">
                <a:latin typeface="Verdana" panose="020B0604030504040204" pitchFamily="34" charset="0"/>
              </a:rPr>
              <a:t>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smtClean="0">
                <a:latin typeface="Verdana" panose="020B0604030504040204" pitchFamily="34" charset="0"/>
              </a:rPr>
              <a:t>&lt;h1</a:t>
            </a:r>
            <a:r>
              <a:rPr lang="en-US" altLang="en-US" dirty="0">
                <a:latin typeface="Verdana" panose="020B0604030504040204" pitchFamily="34" charset="0"/>
              </a:rPr>
              <a:t>&gt; - &lt;h6&gt;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Verdana" panose="020B0604030504040204" pitchFamily="34" charset="0"/>
              </a:rPr>
              <a:t>&lt;p&gt;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Verdana" panose="020B0604030504040204" pitchFamily="34" charset="0"/>
              </a:rPr>
              <a:t>&lt;form&gt;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Verdana" panose="020B0604030504040204" pitchFamily="34" charset="0"/>
              </a:rPr>
              <a:t>&lt;header&gt;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Verdana" panose="020B0604030504040204" pitchFamily="34" charset="0"/>
              </a:rPr>
              <a:t>&lt;footer&gt;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Verdana" panose="020B0604030504040204" pitchFamily="34" charset="0"/>
              </a:rPr>
              <a:t>&lt;section&gt;</a:t>
            </a:r>
          </a:p>
          <a:p>
            <a:pPr marL="342900" indent="-342900">
              <a:buAutoNum type="arabicPeriod"/>
            </a:pPr>
            <a:endParaRPr lang="en-GB" dirty="0" smtClean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-405199"/>
            <a:ext cx="0" cy="8103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101568" tIns="126960" rIns="-101568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15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259" y="1843625"/>
            <a:ext cx="5224151" cy="42072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89;p4"/>
          <p:cNvSpPr txBox="1"/>
          <p:nvPr/>
        </p:nvSpPr>
        <p:spPr>
          <a:xfrm>
            <a:off x="1827950" y="1153343"/>
            <a:ext cx="7797300" cy="4924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b="1" dirty="0" smtClean="0"/>
              <a:t>4. Display: inline-block</a:t>
            </a:r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 smtClean="0"/>
          </a:p>
          <a:p>
            <a:endParaRPr lang="en-GB" b="1" dirty="0" smtClean="0"/>
          </a:p>
          <a:p>
            <a:endParaRPr lang="en-GB" b="1" dirty="0"/>
          </a:p>
          <a:p>
            <a:endParaRPr lang="en-GB" b="1" dirty="0" smtClean="0"/>
          </a:p>
          <a:p>
            <a:r>
              <a:rPr lang="en-GB" b="1" dirty="0" smtClean="0"/>
              <a:t>5. Display: Flex</a:t>
            </a:r>
          </a:p>
          <a:p>
            <a:pPr marL="285750" indent="-285750">
              <a:buFontTx/>
              <a:buChar char="-"/>
            </a:pPr>
            <a:r>
              <a:rPr lang="en-GB" b="1" dirty="0" smtClean="0"/>
              <a:t>Flex-direction: </a:t>
            </a:r>
          </a:p>
          <a:p>
            <a:pPr lvl="4"/>
            <a:r>
              <a:rPr lang="en-GB" dirty="0" smtClean="0"/>
              <a:t>+ row</a:t>
            </a:r>
          </a:p>
          <a:p>
            <a:r>
              <a:rPr lang="en-GB" dirty="0" smtClean="0"/>
              <a:t>+ column</a:t>
            </a:r>
          </a:p>
          <a:p>
            <a:pPr marL="285750" indent="-285750">
              <a:buFontTx/>
              <a:buChar char="-"/>
            </a:pPr>
            <a:r>
              <a:rPr lang="en-GB" b="1" dirty="0" smtClean="0"/>
              <a:t>Justify-content: </a:t>
            </a:r>
            <a:r>
              <a:rPr lang="en-GB" b="1" dirty="0" err="1" smtClean="0"/>
              <a:t>căn</a:t>
            </a:r>
            <a:r>
              <a:rPr lang="en-GB" b="1" dirty="0" smtClean="0"/>
              <a:t> </a:t>
            </a:r>
            <a:r>
              <a:rPr lang="en-GB" b="1" dirty="0" err="1" smtClean="0"/>
              <a:t>theo</a:t>
            </a:r>
            <a:r>
              <a:rPr lang="en-GB" b="1" dirty="0" smtClean="0"/>
              <a:t> </a:t>
            </a:r>
            <a:r>
              <a:rPr lang="en-GB" b="1" dirty="0" err="1" smtClean="0"/>
              <a:t>chiều</a:t>
            </a:r>
            <a:r>
              <a:rPr lang="en-GB" b="1" dirty="0" smtClean="0"/>
              <a:t> </a:t>
            </a:r>
            <a:r>
              <a:rPr lang="en-GB" b="1" dirty="0" err="1" smtClean="0"/>
              <a:t>ngang</a:t>
            </a:r>
            <a:endParaRPr lang="en-GB" b="1" dirty="0" smtClean="0"/>
          </a:p>
          <a:p>
            <a:r>
              <a:rPr lang="en-GB" dirty="0" smtClean="0"/>
              <a:t>+ start/end</a:t>
            </a:r>
          </a:p>
          <a:p>
            <a:r>
              <a:rPr lang="en-GB" dirty="0" smtClean="0"/>
              <a:t>+ </a:t>
            </a:r>
            <a:r>
              <a:rPr lang="en-GB" dirty="0" err="1" smtClean="0"/>
              <a:t>center</a:t>
            </a:r>
            <a:r>
              <a:rPr lang="en-GB" dirty="0" smtClean="0"/>
              <a:t>/space-between/space around</a:t>
            </a:r>
          </a:p>
          <a:p>
            <a:pPr marL="285750" indent="-285750">
              <a:buFontTx/>
              <a:buChar char="-"/>
            </a:pPr>
            <a:r>
              <a:rPr lang="en-GB" b="1" dirty="0" smtClean="0"/>
              <a:t>Align-items: </a:t>
            </a:r>
            <a:r>
              <a:rPr lang="en-GB" b="1" dirty="0" err="1" smtClean="0"/>
              <a:t>Căn</a:t>
            </a:r>
            <a:r>
              <a:rPr lang="en-GB" b="1" dirty="0" smtClean="0"/>
              <a:t> </a:t>
            </a:r>
            <a:r>
              <a:rPr lang="en-GB" b="1" dirty="0" err="1" smtClean="0"/>
              <a:t>theo</a:t>
            </a:r>
            <a:r>
              <a:rPr lang="en-GB" b="1" dirty="0" smtClean="0"/>
              <a:t> </a:t>
            </a:r>
            <a:r>
              <a:rPr lang="en-GB" b="1" dirty="0" err="1" smtClean="0"/>
              <a:t>chiều</a:t>
            </a:r>
            <a:r>
              <a:rPr lang="en-GB" b="1" dirty="0" smtClean="0"/>
              <a:t> </a:t>
            </a:r>
            <a:r>
              <a:rPr lang="en-GB" b="1" dirty="0" err="1" smtClean="0"/>
              <a:t>dọc</a:t>
            </a:r>
            <a:endParaRPr lang="en-GB" b="1" dirty="0" smtClean="0"/>
          </a:p>
          <a:p>
            <a:endParaRPr lang="en-US" altLang="en-US" dirty="0">
              <a:latin typeface="Verdana" panose="020B0604030504040204" pitchFamily="34" charset="0"/>
            </a:endParaRPr>
          </a:p>
          <a:p>
            <a:pPr marL="342900" indent="-342900">
              <a:buAutoNum type="arabicPeriod"/>
            </a:pPr>
            <a:endParaRPr lang="en-GB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7213" y="1562099"/>
            <a:ext cx="8492410" cy="18094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1347b329e7f_0_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1347b329e7f_0_1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1347b329e7f_0_100"/>
          <p:cNvSpPr txBox="1"/>
          <p:nvPr/>
        </p:nvSpPr>
        <p:spPr>
          <a:xfrm>
            <a:off x="1903615" y="1133515"/>
            <a:ext cx="5354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dirty="0">
                <a:solidFill>
                  <a:srgbClr val="F3742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4200" b="0" i="0" u="none" strike="noStrike" cap="none" dirty="0">
                <a:solidFill>
                  <a:srgbClr val="F37422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4200" dirty="0" smtClean="0">
                <a:solidFill>
                  <a:srgbClr val="F37422"/>
                </a:solidFill>
                <a:latin typeface="Roboto"/>
                <a:ea typeface="Roboto"/>
                <a:cs typeface="Roboto"/>
                <a:sym typeface="Roboto"/>
              </a:rPr>
              <a:t>POSITION</a:t>
            </a:r>
            <a:endParaRPr sz="4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89;p4"/>
          <p:cNvSpPr txBox="1"/>
          <p:nvPr/>
        </p:nvSpPr>
        <p:spPr>
          <a:xfrm>
            <a:off x="1827950" y="1843625"/>
            <a:ext cx="77973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 smtClean="0"/>
              <a:t>Position: relative – </a:t>
            </a:r>
            <a:r>
              <a:rPr lang="en-US" b="1" dirty="0" err="1" smtClean="0"/>
              <a:t>vị</a:t>
            </a:r>
            <a:r>
              <a:rPr lang="en-US" b="1" dirty="0" smtClean="0"/>
              <a:t> </a:t>
            </a:r>
            <a:r>
              <a:rPr lang="en-US" b="1" dirty="0" err="1" smtClean="0"/>
              <a:t>trí</a:t>
            </a:r>
            <a:r>
              <a:rPr lang="en-US" b="1" dirty="0" smtClean="0"/>
              <a:t> </a:t>
            </a:r>
            <a:r>
              <a:rPr lang="en-US" b="1" dirty="0" err="1" smtClean="0"/>
              <a:t>tương</a:t>
            </a:r>
            <a:r>
              <a:rPr lang="en-US" b="1" dirty="0" smtClean="0"/>
              <a:t> </a:t>
            </a:r>
            <a:r>
              <a:rPr lang="en-US" b="1" dirty="0" err="1" smtClean="0"/>
              <a:t>đối</a:t>
            </a:r>
            <a:r>
              <a:rPr lang="en-US" b="1" dirty="0" smtClean="0"/>
              <a:t> – </a:t>
            </a:r>
            <a:r>
              <a:rPr lang="en-US" b="1" dirty="0" err="1" smtClean="0"/>
              <a:t>lấy</a:t>
            </a:r>
            <a:r>
              <a:rPr lang="en-US" b="1" dirty="0" smtClean="0"/>
              <a:t> </a:t>
            </a:r>
            <a:r>
              <a:rPr lang="en-US" b="1" dirty="0" err="1" smtClean="0"/>
              <a:t>chính</a:t>
            </a:r>
            <a:r>
              <a:rPr lang="en-US" b="1" dirty="0" smtClean="0"/>
              <a:t> </a:t>
            </a:r>
            <a:r>
              <a:rPr lang="en-US" b="1" dirty="0" err="1" smtClean="0"/>
              <a:t>nó</a:t>
            </a:r>
            <a:r>
              <a:rPr lang="en-US" b="1" dirty="0" smtClean="0"/>
              <a:t> </a:t>
            </a:r>
            <a:r>
              <a:rPr lang="en-US" b="1" dirty="0" err="1" smtClean="0"/>
              <a:t>làm</a:t>
            </a:r>
            <a:r>
              <a:rPr lang="en-US" b="1" dirty="0" smtClean="0"/>
              <a:t> </a:t>
            </a:r>
            <a:r>
              <a:rPr lang="en-US" b="1" dirty="0" err="1" smtClean="0"/>
              <a:t>gốc</a:t>
            </a:r>
            <a:r>
              <a:rPr lang="en-US" b="1" dirty="0" smtClean="0"/>
              <a:t> </a:t>
            </a:r>
            <a:r>
              <a:rPr lang="en-US" b="1" dirty="0" err="1" smtClean="0"/>
              <a:t>tọa</a:t>
            </a:r>
            <a:r>
              <a:rPr lang="en-US" b="1" dirty="0" smtClean="0"/>
              <a:t> </a:t>
            </a:r>
            <a:r>
              <a:rPr lang="en-US" b="1" dirty="0" err="1" smtClean="0"/>
              <a:t>độ</a:t>
            </a:r>
            <a:endParaRPr lang="en-US" b="1" dirty="0" smtClean="0"/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r>
              <a:rPr lang="en-GB" b="1" dirty="0" smtClean="0"/>
              <a:t>Position: Absolute – </a:t>
            </a:r>
            <a:r>
              <a:rPr lang="en-GB" b="1" dirty="0" err="1" smtClean="0"/>
              <a:t>Phụ</a:t>
            </a:r>
            <a:r>
              <a:rPr lang="en-GB" b="1" dirty="0" smtClean="0"/>
              <a:t> </a:t>
            </a:r>
            <a:r>
              <a:rPr lang="en-GB" b="1" dirty="0" err="1" smtClean="0"/>
              <a:t>thuộc</a:t>
            </a:r>
            <a:r>
              <a:rPr lang="en-GB" b="1" dirty="0" smtClean="0"/>
              <a:t> </a:t>
            </a:r>
            <a:r>
              <a:rPr lang="en-GB" b="1" dirty="0" err="1" smtClean="0"/>
              <a:t>vào</a:t>
            </a:r>
            <a:r>
              <a:rPr lang="en-GB" b="1" dirty="0" smtClean="0"/>
              <a:t> </a:t>
            </a:r>
            <a:r>
              <a:rPr lang="en-GB" b="1" dirty="0" err="1" smtClean="0"/>
              <a:t>thẻ</a:t>
            </a:r>
            <a:r>
              <a:rPr lang="en-GB" b="1" dirty="0" smtClean="0"/>
              <a:t> cha </a:t>
            </a:r>
            <a:r>
              <a:rPr lang="en-GB" b="1" dirty="0" err="1" smtClean="0"/>
              <a:t>gần</a:t>
            </a:r>
            <a:r>
              <a:rPr lang="en-GB" b="1" dirty="0" smtClean="0"/>
              <a:t> </a:t>
            </a:r>
            <a:r>
              <a:rPr lang="en-GB" b="1" dirty="0" err="1" smtClean="0"/>
              <a:t>nhất</a:t>
            </a:r>
            <a:r>
              <a:rPr lang="en-GB" b="1" dirty="0" smtClean="0"/>
              <a:t> </a:t>
            </a:r>
            <a:r>
              <a:rPr lang="en-GB" b="1" dirty="0" err="1" smtClean="0"/>
              <a:t>làm</a:t>
            </a:r>
            <a:r>
              <a:rPr lang="en-GB" b="1" dirty="0" smtClean="0"/>
              <a:t> </a:t>
            </a:r>
            <a:r>
              <a:rPr lang="en-GB" b="1" dirty="0" err="1" smtClean="0"/>
              <a:t>gốc</a:t>
            </a:r>
            <a:r>
              <a:rPr lang="en-GB" b="1" dirty="0" smtClean="0"/>
              <a:t> </a:t>
            </a:r>
            <a:r>
              <a:rPr lang="en-GB" b="1" dirty="0" err="1" smtClean="0"/>
              <a:t>tọa</a:t>
            </a:r>
            <a:r>
              <a:rPr lang="en-GB" b="1" dirty="0" smtClean="0"/>
              <a:t> </a:t>
            </a:r>
            <a:r>
              <a:rPr lang="en-GB" b="1" dirty="0" err="1" smtClean="0"/>
              <a:t>độ</a:t>
            </a:r>
            <a:endParaRPr lang="en-GB" b="1" dirty="0" smtClean="0"/>
          </a:p>
          <a:p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-405199"/>
            <a:ext cx="0" cy="8103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101568" tIns="126960" rIns="-101568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15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183" y="2636062"/>
            <a:ext cx="4649347" cy="37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18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9Slide - 2019">
      <a:dk1>
        <a:srgbClr val="000000"/>
      </a:dk1>
      <a:lt1>
        <a:srgbClr val="FFFFFF"/>
      </a:lt1>
      <a:dk2>
        <a:srgbClr val="092D6C"/>
      </a:dk2>
      <a:lt2>
        <a:srgbClr val="FCECD0"/>
      </a:lt2>
      <a:accent1>
        <a:srgbClr val="4FC1E9"/>
      </a:accent1>
      <a:accent2>
        <a:srgbClr val="48CFAD"/>
      </a:accent2>
      <a:accent3>
        <a:srgbClr val="A0D468"/>
      </a:accent3>
      <a:accent4>
        <a:srgbClr val="FFCE54"/>
      </a:accent4>
      <a:accent5>
        <a:srgbClr val="FC6E51"/>
      </a:accent5>
      <a:accent6>
        <a:srgbClr val="ED5565"/>
      </a:accent6>
      <a:hlink>
        <a:srgbClr val="5D9CEC"/>
      </a:hlink>
      <a:folHlink>
        <a:srgbClr val="AC92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142</Words>
  <Application>Microsoft Office PowerPoint</Application>
  <PresentationFormat>Widescreen</PresentationFormat>
  <Paragraphs>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Oi</vt:lpstr>
      <vt:lpstr>Roboto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GIANG VIEN PC</dc:creator>
  <cp:lastModifiedBy>GIANG VIEN PC</cp:lastModifiedBy>
  <cp:revision>9</cp:revision>
  <dcterms:modified xsi:type="dcterms:W3CDTF">2022-07-06T14:04:50Z</dcterms:modified>
</cp:coreProperties>
</file>